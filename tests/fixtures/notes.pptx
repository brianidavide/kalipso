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3869AE-A797-4C4E-8C81-BC841484A18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Thank everyone for coming.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Mention the  two  spaces.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Revenue grew by twelve percent.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Pause for questions.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50685B-2734-425F-A093-62E9026238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35FD1DB-F629-43EF-AE06-5380762B649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Agenda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2026-10-29T14:03:51Z</dcterms:modified>
  <cp:revision>1</cp:revision>
  <dc:subject/>
  <dc:title/>
</cp:coreProperties>
</file>